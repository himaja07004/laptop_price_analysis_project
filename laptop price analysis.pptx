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F15DC-6944-6749-A94F-19D486F595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LAPTOP PRICE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E87AB-87A8-FD40-991E-E7FC1C835B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analytics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2291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6175-9055-D785-B1FD-8F2CFF75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50EC5-D1B6-264E-5AF0-FB1CB5791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170" y="2770648"/>
            <a:ext cx="8825659" cy="270591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Wide variation in laptop specs (brand, processor, RAM, storage, GPU, display, OS) makes price evaluation challenging</a:t>
            </a:r>
          </a:p>
          <a:p>
            <a:pPr algn="just"/>
            <a:r>
              <a:rPr lang="en-US" dirty="0"/>
              <a:t>Consumers struggle to identify fair and competitive prices for laptops</a:t>
            </a:r>
          </a:p>
          <a:p>
            <a:pPr algn="just"/>
            <a:r>
              <a:rPr lang="en-US" dirty="0"/>
              <a:t>Retailers lack automated, data-driven pricing tools</a:t>
            </a:r>
          </a:p>
          <a:p>
            <a:pPr algn="just"/>
            <a:r>
              <a:rPr lang="en-US" dirty="0"/>
              <a:t>Existing solutions do not accurately capture specification-driven price trends</a:t>
            </a:r>
          </a:p>
          <a:p>
            <a:pPr algn="just"/>
            <a:r>
              <a:rPr lang="en-US" dirty="0"/>
              <a:t>Objective: Build a machine learning model to predict and compare laptop prices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935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ED4DF-EA16-5A91-0BF2-93237D1DF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AND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CDA6F-6E52-40BB-E6BA-C25E4602F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Objectives:</a:t>
            </a:r>
          </a:p>
          <a:p>
            <a:pPr lvl="1"/>
            <a:r>
              <a:rPr lang="en-IN" dirty="0"/>
              <a:t>Collect &amp; preprocess real-world laptop specifications dataset</a:t>
            </a:r>
          </a:p>
          <a:p>
            <a:pPr lvl="1"/>
            <a:r>
              <a:rPr lang="en-IN" dirty="0"/>
              <a:t>Extract key features (e.g., RAM, Storage, Brand, GPU, OS, spec rating)</a:t>
            </a:r>
          </a:p>
          <a:p>
            <a:pPr lvl="1"/>
            <a:r>
              <a:rPr lang="en-IN" dirty="0"/>
              <a:t>Develop robust regression model for price prediction</a:t>
            </a:r>
          </a:p>
          <a:p>
            <a:pPr lvl="1"/>
            <a:r>
              <a:rPr lang="en-IN" dirty="0"/>
              <a:t>Enable reliable, user-driven price forecasts</a:t>
            </a:r>
          </a:p>
          <a:p>
            <a:pPr marL="0" indent="0">
              <a:buNone/>
            </a:pPr>
            <a:r>
              <a:rPr lang="en-IN" b="1" dirty="0"/>
              <a:t>Solution:</a:t>
            </a:r>
          </a:p>
          <a:p>
            <a:pPr lvl="1"/>
            <a:r>
              <a:rPr lang="en-IN" dirty="0"/>
              <a:t>Data cleaning &amp; feature engineering</a:t>
            </a:r>
          </a:p>
          <a:p>
            <a:pPr lvl="1"/>
            <a:r>
              <a:rPr lang="en-IN" dirty="0"/>
              <a:t>Exploratory Data Analysis (EDA) and visualization</a:t>
            </a:r>
          </a:p>
          <a:p>
            <a:pPr lvl="1"/>
            <a:r>
              <a:rPr lang="en-IN" dirty="0"/>
              <a:t>Model training with Random Forest algorithm</a:t>
            </a:r>
          </a:p>
          <a:p>
            <a:pPr lvl="1"/>
            <a:r>
              <a:rPr lang="en-IN" dirty="0"/>
              <a:t>Interactive prediction via user input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645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3F5A-DDCA-B35A-9190-11050715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AND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4AE0C-F35B-AAC9-051E-E93EF2EFD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18735"/>
            <a:ext cx="8825659" cy="417871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Dataset:</a:t>
            </a:r>
          </a:p>
          <a:p>
            <a:pPr lvl="1"/>
            <a:r>
              <a:rPr lang="en-IN" dirty="0"/>
              <a:t>1000+ laptops</a:t>
            </a:r>
          </a:p>
          <a:p>
            <a:pPr lvl="1"/>
            <a:r>
              <a:rPr lang="en-IN" dirty="0"/>
              <a:t>16+ features: brand, price, processor, RAM, ROM, GPU, display size, resolution, OS, warranty</a:t>
            </a:r>
          </a:p>
          <a:p>
            <a:pPr lvl="1"/>
            <a:r>
              <a:rPr lang="en-IN" dirty="0"/>
              <a:t>Sourced from public datasets &amp; vendor sites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Methodology:</a:t>
            </a:r>
          </a:p>
          <a:p>
            <a:pPr lvl="1"/>
            <a:r>
              <a:rPr lang="en-IN" dirty="0"/>
              <a:t>Data Preprocessing: Clean, handle missing values, standardize features</a:t>
            </a:r>
          </a:p>
          <a:p>
            <a:pPr lvl="1"/>
            <a:r>
              <a:rPr lang="en-IN" dirty="0"/>
              <a:t>EDA: Visualize distributions, identify top price drivers</a:t>
            </a:r>
          </a:p>
          <a:p>
            <a:pPr lvl="1"/>
            <a:r>
              <a:rPr lang="en-IN" dirty="0"/>
              <a:t>Model Training: Train/test split (80/20), Random Forest Regressor</a:t>
            </a:r>
          </a:p>
          <a:p>
            <a:pPr lvl="1"/>
            <a:r>
              <a:rPr lang="en-IN" dirty="0"/>
              <a:t>Evaluation: Metrics (MAE, MSE, R²) on test set</a:t>
            </a:r>
          </a:p>
          <a:p>
            <a:pPr lvl="1"/>
            <a:r>
              <a:rPr lang="en-IN" dirty="0"/>
              <a:t>Prediction: CLI tool for user-specified specs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518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AF162-5B90-A7A3-9A28-E4E202BAD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95DB7-8518-DBC8-E613-337F5D2AD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170" y="3045952"/>
            <a:ext cx="8825659" cy="2745248"/>
          </a:xfrm>
        </p:spPr>
        <p:txBody>
          <a:bodyPr>
            <a:normAutofit/>
          </a:bodyPr>
          <a:lstStyle/>
          <a:p>
            <a:pPr lvl="1">
              <a:lnSpc>
                <a:spcPct val="200000"/>
              </a:lnSpc>
            </a:pPr>
            <a:r>
              <a:rPr lang="en-US" dirty="0"/>
              <a:t>Predictive model with R² &gt; 0.60 and low MAE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Interactive tool for real-time price estimation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Insights on major price influencers in laptop specs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44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B3D19-FFA9-90FD-94AA-C8372D575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A322F-BC1E-2F38-7EB7-20E99CFC1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Machine learning enables objective, transparent price prediction</a:t>
            </a:r>
          </a:p>
          <a:p>
            <a:pPr>
              <a:lnSpc>
                <a:spcPct val="200000"/>
              </a:lnSpc>
            </a:pPr>
            <a:r>
              <a:rPr lang="en-US" dirty="0"/>
              <a:t>Solution empowers consumers &amp; retailers for better decisions</a:t>
            </a:r>
          </a:p>
          <a:p>
            <a:pPr>
              <a:lnSpc>
                <a:spcPct val="200000"/>
              </a:lnSpc>
            </a:pPr>
            <a:r>
              <a:rPr lang="en-US" dirty="0"/>
              <a:t>Sets foundation for ML-powered pricing in e-commerce</a:t>
            </a:r>
          </a:p>
          <a:p>
            <a:pPr marL="0" indent="0">
              <a:lnSpc>
                <a:spcPct val="2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878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EF5F-74A7-5AFD-23C1-F76662AF2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1784009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68643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{0425C3F1-C092-462E-B9A1-14C582DFF2F6}tf02900722</Template>
  <TotalTime>26</TotalTime>
  <Words>289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LAPTOP PRICE ANALYSIS</vt:lpstr>
      <vt:lpstr>PROBLEM STATEMENT</vt:lpstr>
      <vt:lpstr>OBJECTIVE AND SOLUTION</vt:lpstr>
      <vt:lpstr>DATASET AND METHODOLOGY</vt:lpstr>
      <vt:lpstr>EXPECTED OUTCOMES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Himaja Mahesh</dc:creator>
  <cp:lastModifiedBy>Himaja Mahesh</cp:lastModifiedBy>
  <cp:revision>1</cp:revision>
  <dcterms:created xsi:type="dcterms:W3CDTF">2025-11-26T12:58:32Z</dcterms:created>
  <dcterms:modified xsi:type="dcterms:W3CDTF">2025-11-26T13:24:34Z</dcterms:modified>
</cp:coreProperties>
</file>